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7" r:id="rId10"/>
    <p:sldId id="274" r:id="rId11"/>
    <p:sldId id="268" r:id="rId12"/>
    <p:sldId id="275" r:id="rId13"/>
    <p:sldId id="269" r:id="rId14"/>
    <p:sldId id="270" r:id="rId15"/>
    <p:sldId id="271" r:id="rId16"/>
    <p:sldId id="276" r:id="rId17"/>
    <p:sldId id="272" r:id="rId18"/>
    <p:sldId id="273" r:id="rId19"/>
    <p:sldId id="264" r:id="rId20"/>
    <p:sldId id="265" r:id="rId21"/>
    <p:sldId id="266"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5BCAD085-E8A6-8845-BD4E-CB4CCA059FC4}" type="datetimeFigureOut">
              <a:rPr lang="en-US" smtClean="0"/>
              <a:t>12/2/2025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C1FF6DA9-008F-8B48-92A6-B652298478BF}" type="slidenum">
              <a:rPr lang="en-US" smtClean="0"/>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C1FF6DA9-008F-8B48-92A6-B652298478BF}"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5BCAD085-E8A6-8845-BD4E-CB4CCA059FC4}" type="datetimeFigureOut">
              <a:rPr lang="en-US" smtClean="0"/>
              <a:t>12/2/2025</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C1FF6DA9-008F-8B48-92A6-B652298478BF}"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2030" y="214312"/>
            <a:ext cx="8229600" cy="1828800"/>
          </a:xfrm>
        </p:spPr>
        <p:txBody>
          <a:bodyPr>
            <a:normAutofit fontScale="90000"/>
          </a:bodyPr>
          <a:lstStyle/>
          <a:p>
            <a:r>
              <a:rPr dirty="0"/>
              <a:t>CampusConnect</a:t>
            </a:r>
          </a:p>
          <a:p>
            <a:r>
              <a:rPr dirty="0"/>
              <a:t>Alumni–Student Placement Portal</a:t>
            </a:r>
          </a:p>
        </p:txBody>
      </p:sp>
      <p:sp>
        <p:nvSpPr>
          <p:cNvPr id="3" name="Subtitle 2"/>
          <p:cNvSpPr>
            <a:spLocks noGrp="1"/>
          </p:cNvSpPr>
          <p:nvPr>
            <p:ph type="subTitle" idx="1"/>
          </p:nvPr>
        </p:nvSpPr>
        <p:spPr>
          <a:xfrm>
            <a:off x="1489075" y="2529544"/>
            <a:ext cx="6400800" cy="1752600"/>
          </a:xfrm>
        </p:spPr>
        <p:txBody>
          <a:bodyPr/>
          <a:lstStyle/>
          <a:p>
            <a:r>
              <a:rPr dirty="0"/>
              <a:t>Presented by: Abhinay </a:t>
            </a:r>
            <a:r>
              <a:rPr dirty="0" smtClean="0"/>
              <a:t>Chauhan</a:t>
            </a:r>
          </a:p>
          <a:p>
            <a:r>
              <a:rPr dirty="0" smtClean="0"/>
              <a:t>MCA, BIT Mesra</a:t>
            </a:r>
            <a:r>
              <a:rPr lang="en-US" dirty="0" smtClean="0"/>
              <a:t> (Noida)</a:t>
            </a:r>
            <a:endParaRPr dirty="0"/>
          </a:p>
        </p:txBody>
      </p:sp>
      <p:pic>
        <p:nvPicPr>
          <p:cNvPr id="7170" name="Picture 2" descr="https://upload.wikimedia.org/wikipedia/en/thumb/d/d2/Birla_Institute_of_Technology_Mesra.png/250px-Birla_Institute_of_Technology_Mesr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8837" y="4067174"/>
            <a:ext cx="2381250" cy="23336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rPr dirty="0"/>
              <a:t>CampusConnect is a web-based placement portal that bridges the gap between alumni and current students. It enables alumni to share their placement experiences and interview insights, and allows students to communicate directly with them through a real-time chat system. The platform enhances career readiness and builds a strong alumni-student network.</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Students often struggle to access authentic placement experiences or direct mentorship from alumni. Traditional communication channels are fragmented and lack real-time interaction, making it hard to prepare effectively for interviews.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1. To create a unified portal connecting alumni and students.</a:t>
            </a:r>
          </a:p>
          <a:p>
            <a:r>
              <a:t>2. To enable alumni to share placement and interview experiences.</a:t>
            </a:r>
          </a:p>
          <a:p>
            <a:r>
              <a:t>3. To provide real-time personal chat between alumni and students.</a:t>
            </a:r>
          </a:p>
          <a:p>
            <a:r>
              <a:t>4. To store and manage data securely using a robust backend.</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a:xfrm>
            <a:off x="457200" y="1570038"/>
            <a:ext cx="8229600" cy="4525963"/>
          </a:xfrm>
        </p:spPr>
        <p:txBody>
          <a:bodyPr>
            <a:normAutofit fontScale="92500" lnSpcReduction="10000"/>
          </a:bodyPr>
          <a:lstStyle/>
          <a:p>
            <a:r>
              <a:rPr dirty="0"/>
              <a:t>The system follows the MERN architecture:</a:t>
            </a:r>
          </a:p>
          <a:p>
            <a:r>
              <a:rPr dirty="0"/>
              <a:t>- Frontend: React.js (UI rendering, routing, form handling)</a:t>
            </a:r>
          </a:p>
          <a:p>
            <a:r>
              <a:rPr dirty="0"/>
              <a:t>- Backend: Node.js &amp; Express.js (API services, authentication)</a:t>
            </a:r>
          </a:p>
          <a:p>
            <a:r>
              <a:rPr dirty="0"/>
              <a:t>- Database: </a:t>
            </a:r>
            <a:r>
              <a:rPr dirty="0" err="1"/>
              <a:t>MongoDB</a:t>
            </a:r>
            <a:r>
              <a:rPr dirty="0"/>
              <a:t> (stores users, messages, posts)</a:t>
            </a:r>
          </a:p>
          <a:p>
            <a:r>
              <a:rPr dirty="0"/>
              <a:t>- Real-time Communication: Socket.io (chat system)</a:t>
            </a:r>
          </a:p>
          <a:p>
            <a:r>
              <a:rPr dirty="0"/>
              <a:t>The client and server communicate via </a:t>
            </a:r>
            <a:r>
              <a:rPr dirty="0" err="1"/>
              <a:t>RESTful</a:t>
            </a:r>
            <a:r>
              <a:rPr dirty="0"/>
              <a:t> APIs and </a:t>
            </a:r>
            <a:r>
              <a:rPr dirty="0" err="1"/>
              <a:t>WebSockets</a:t>
            </a:r>
            <a:r>
              <a:rPr dirty="0"/>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p:nvPr>
        </p:nvSpPr>
        <p:spPr/>
        <p:txBody>
          <a:bodyPr/>
          <a:lstStyle/>
          <a:p>
            <a:r>
              <a:rPr dirty="0"/>
              <a:t>- Frontend: React.js, </a:t>
            </a:r>
            <a:r>
              <a:rPr dirty="0" err="1"/>
              <a:t>Vite</a:t>
            </a:r>
            <a:r>
              <a:rPr dirty="0"/>
              <a:t>, Tailwind CSS</a:t>
            </a:r>
          </a:p>
          <a:p>
            <a:r>
              <a:rPr dirty="0"/>
              <a:t>- Backend: Node.js, Express.js</a:t>
            </a:r>
          </a:p>
          <a:p>
            <a:r>
              <a:rPr dirty="0"/>
              <a:t>- Database: </a:t>
            </a:r>
            <a:r>
              <a:rPr dirty="0" err="1"/>
              <a:t>MongoDB</a:t>
            </a:r>
            <a:r>
              <a:rPr dirty="0"/>
              <a:t> (Mongoose)</a:t>
            </a:r>
          </a:p>
          <a:p>
            <a:r>
              <a:rPr dirty="0"/>
              <a:t>- Real-time Chat: Socket.io</a:t>
            </a:r>
          </a:p>
          <a:p>
            <a:r>
              <a:rPr dirty="0"/>
              <a:t>- Authentication: JSON Web Tokens (JWT)</a:t>
            </a:r>
          </a:p>
          <a:p>
            <a:r>
              <a:rPr dirty="0"/>
              <a:t>- Hosting: </a:t>
            </a:r>
            <a:r>
              <a:rPr dirty="0" err="1"/>
              <a:t>Vercel</a:t>
            </a:r>
            <a:r>
              <a:rPr dirty="0"/>
              <a:t> / Render / </a:t>
            </a:r>
            <a:r>
              <a:rPr dirty="0" err="1"/>
              <a:t>MongoDB</a:t>
            </a:r>
            <a:r>
              <a:rPr dirty="0"/>
              <a:t> Atlas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Modules Description</a:t>
            </a:r>
          </a:p>
        </p:txBody>
      </p:sp>
      <p:sp>
        <p:nvSpPr>
          <p:cNvPr id="3" name="Content Placeholder 2"/>
          <p:cNvSpPr>
            <a:spLocks noGrp="1"/>
          </p:cNvSpPr>
          <p:nvPr>
            <p:ph idx="1"/>
          </p:nvPr>
        </p:nvSpPr>
        <p:spPr/>
        <p:txBody>
          <a:bodyPr>
            <a:normAutofit/>
          </a:bodyPr>
          <a:lstStyle/>
          <a:p>
            <a:r>
              <a:rPr dirty="0"/>
              <a:t>1. Authentication Module: Handles user registration and login using JWT.</a:t>
            </a:r>
          </a:p>
          <a:p>
            <a:r>
              <a:rPr dirty="0"/>
              <a:t>2. Alumni Experience Module: Allows alumni to post placement stories.</a:t>
            </a:r>
          </a:p>
          <a:p>
            <a:r>
              <a:rPr dirty="0"/>
              <a:t>3. Student Module: Lets students read posts and chat with alumni.</a:t>
            </a:r>
          </a:p>
          <a:p>
            <a:r>
              <a:rPr dirty="0"/>
              <a:t>4. Chat Module: Real-time personal messaging powered by Socket.io.</a:t>
            </a:r>
          </a:p>
          <a:p>
            <a:r>
              <a:rPr dirty="0"/>
              <a:t>5. Admin Module (future scope): Manages user verification and reports.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Workflow</a:t>
            </a:r>
          </a:p>
        </p:txBody>
      </p:sp>
      <p:sp>
        <p:nvSpPr>
          <p:cNvPr id="3" name="Content Placeholder 2"/>
          <p:cNvSpPr>
            <a:spLocks noGrp="1"/>
          </p:cNvSpPr>
          <p:nvPr>
            <p:ph idx="1"/>
          </p:nvPr>
        </p:nvSpPr>
        <p:spPr/>
        <p:txBody>
          <a:bodyPr>
            <a:normAutofit/>
          </a:bodyPr>
          <a:lstStyle/>
          <a:p>
            <a:r>
              <a:t>1. User registers and logs in based on their role (student or alumni).</a:t>
            </a:r>
          </a:p>
          <a:p>
            <a:r>
              <a:t>2. Alumni share experiences that students can view.</a:t>
            </a:r>
          </a:p>
          <a:p>
            <a:r>
              <a:t>3. Students can initiate chat with alumni.</a:t>
            </a:r>
          </a:p>
          <a:p>
            <a:r>
              <a:t>4. Messages are sent in real-time using Socket.io.</a:t>
            </a:r>
          </a:p>
          <a:p>
            <a:r>
              <a:t>5. Data is stored and retrieved securely from MongoDB.</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3999" cy="7143750"/>
          </a:xfrm>
        </p:spPr>
      </p:pic>
    </p:spTree>
    <p:extLst>
      <p:ext uri="{BB962C8B-B14F-4D97-AF65-F5344CB8AC3E}">
        <p14:creationId xmlns:p14="http://schemas.microsoft.com/office/powerpoint/2010/main" val="18408031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74925"/>
            <a:ext cx="8229600" cy="1143000"/>
          </a:xfrm>
        </p:spPr>
        <p:txBody>
          <a:bodyPr/>
          <a:lstStyle/>
          <a:p>
            <a:r>
              <a:rPr lang="en-US" dirty="0" smtClean="0"/>
              <a:t>User interface</a:t>
            </a:r>
            <a:endParaRPr lang="en-US" dirty="0"/>
          </a:p>
        </p:txBody>
      </p:sp>
    </p:spTree>
    <p:extLst>
      <p:ext uri="{BB962C8B-B14F-4D97-AF65-F5344CB8AC3E}">
        <p14:creationId xmlns:p14="http://schemas.microsoft.com/office/powerpoint/2010/main" val="21419570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descr="C:\Users\Udit\Pictures\ppt photos\Screenshot 2025-11-29 10284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38" y="214320"/>
            <a:ext cx="9167637" cy="6357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8456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03513"/>
            <a:ext cx="8229600" cy="1143000"/>
          </a:xfrm>
        </p:spPr>
        <p:txBody>
          <a:bodyPr/>
          <a:lstStyle/>
          <a:p>
            <a:r>
              <a:rPr lang="en-US" dirty="0" smtClean="0"/>
              <a:t>Alumni interface</a:t>
            </a:r>
            <a:endParaRPr lang="en-US" dirty="0"/>
          </a:p>
        </p:txBody>
      </p:sp>
    </p:spTree>
    <p:extLst>
      <p:ext uri="{BB962C8B-B14F-4D97-AF65-F5344CB8AC3E}">
        <p14:creationId xmlns:p14="http://schemas.microsoft.com/office/powerpoint/2010/main" val="7037366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dit\Pictures\ppt photos\Screenshot 2025-11-29 10365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00044"/>
            <a:ext cx="9144000" cy="5843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7075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Udit\Pictures\ppt photos\Screenshot 2025-11-29 10375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57185"/>
            <a:ext cx="9143999" cy="5972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39314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Udit\Pictures\ppt photos\Screenshot 2025-11-29 10514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8610"/>
            <a:ext cx="9144000" cy="6015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8040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89225"/>
            <a:ext cx="8229600" cy="1143000"/>
          </a:xfrm>
        </p:spPr>
        <p:txBody>
          <a:bodyPr/>
          <a:lstStyle/>
          <a:p>
            <a:r>
              <a:rPr lang="en-US" dirty="0" smtClean="0"/>
              <a:t>Student interface</a:t>
            </a:r>
            <a:endParaRPr lang="en-US" dirty="0"/>
          </a:p>
        </p:txBody>
      </p:sp>
    </p:spTree>
    <p:extLst>
      <p:ext uri="{BB962C8B-B14F-4D97-AF65-F5344CB8AC3E}">
        <p14:creationId xmlns:p14="http://schemas.microsoft.com/office/powerpoint/2010/main" val="38154906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Udit\Pictures\ppt photos\Screenshot 2025-11-29 1057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42908"/>
            <a:ext cx="9144001" cy="6048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06609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Udit\Pictures\ppt photos\Screenshot 2025-11-29 10592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85759"/>
            <a:ext cx="9144001" cy="5962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4094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Features</a:t>
            </a:r>
          </a:p>
        </p:txBody>
      </p:sp>
      <p:sp>
        <p:nvSpPr>
          <p:cNvPr id="3" name="Content Placeholder 2"/>
          <p:cNvSpPr>
            <a:spLocks noGrp="1"/>
          </p:cNvSpPr>
          <p:nvPr>
            <p:ph idx="1"/>
          </p:nvPr>
        </p:nvSpPr>
        <p:spPr/>
        <p:txBody>
          <a:bodyPr/>
          <a:lstStyle/>
          <a:p>
            <a:r>
              <a:t>✔ User-friendly interface for both alumni and students.</a:t>
            </a:r>
          </a:p>
          <a:p>
            <a:r>
              <a:t>✔ Secure login and authentication.</a:t>
            </a:r>
          </a:p>
          <a:p>
            <a:r>
              <a:t>✔ Real-time chat between users.</a:t>
            </a:r>
          </a:p>
          <a:p>
            <a:r>
              <a:t>✔ Easy sharing and browsing of placement experiences.</a:t>
            </a:r>
          </a:p>
          <a:p>
            <a:r>
              <a:t>✔ Scalable and cloud-hosted architecture.</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&amp; Future Scope</a:t>
            </a:r>
          </a:p>
        </p:txBody>
      </p:sp>
      <p:sp>
        <p:nvSpPr>
          <p:cNvPr id="3" name="Content Placeholder 2"/>
          <p:cNvSpPr>
            <a:spLocks noGrp="1"/>
          </p:cNvSpPr>
          <p:nvPr>
            <p:ph idx="1"/>
          </p:nvPr>
        </p:nvSpPr>
        <p:spPr/>
        <p:txBody>
          <a:bodyPr>
            <a:normAutofit fontScale="92500"/>
          </a:bodyPr>
          <a:lstStyle/>
          <a:p>
            <a:r>
              <a:rPr dirty="0"/>
              <a:t>CampusConnect successfully connects alumni and students through a unified placement portal. It encourages mentorship, career guidance, and transparency in placement preparation.</a:t>
            </a:r>
          </a:p>
          <a:p>
            <a:endParaRPr dirty="0"/>
          </a:p>
          <a:p>
            <a:r>
              <a:rPr dirty="0"/>
              <a:t>Future Enhancements:</a:t>
            </a:r>
          </a:p>
          <a:p>
            <a:r>
              <a:rPr dirty="0"/>
              <a:t>- AI-based recommendation system for job guidance.</a:t>
            </a:r>
          </a:p>
          <a:p>
            <a:r>
              <a:rPr dirty="0"/>
              <a:t>- Resume builder and mock interview integration.</a:t>
            </a:r>
          </a:p>
          <a:p>
            <a:r>
              <a:rPr dirty="0"/>
              <a:t>- Admin dashboard for alumni verification.</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613" y="2189163"/>
            <a:ext cx="8229600" cy="1143000"/>
          </a:xfrm>
        </p:spPr>
        <p:txBody>
          <a:bodyPr/>
          <a:lstStyle/>
          <a:p>
            <a:r>
              <a:rPr dirty="0"/>
              <a:t>Thank You</a:t>
            </a:r>
          </a:p>
        </p:txBody>
      </p:sp>
      <p:sp>
        <p:nvSpPr>
          <p:cNvPr id="3" name="Content Placeholder 2"/>
          <p:cNvSpPr>
            <a:spLocks noGrp="1"/>
          </p:cNvSpPr>
          <p:nvPr>
            <p:ph idx="1"/>
          </p:nvPr>
        </p:nvSpPr>
        <p:spPr>
          <a:xfrm>
            <a:off x="0" y="7272338"/>
            <a:ext cx="8229600" cy="4709160"/>
          </a:xfrm>
        </p:spPr>
        <p:txBody>
          <a:bodyPr/>
          <a:lstStyle/>
          <a:p>
            <a:endParaRPr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5923</TotalTime>
  <Words>496</Words>
  <Application>Microsoft Office PowerPoint</Application>
  <PresentationFormat>On-screen Show (4:3)</PresentationFormat>
  <Paragraphs>56</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Apex</vt:lpstr>
      <vt:lpstr>CampusConnect Alumni–Student Placement Portal</vt:lpstr>
      <vt:lpstr>Abstract</vt:lpstr>
      <vt:lpstr>Problem Statement</vt:lpstr>
      <vt:lpstr>Objectives</vt:lpstr>
      <vt:lpstr>System Architecture</vt:lpstr>
      <vt:lpstr>Technology Stack</vt:lpstr>
      <vt:lpstr>Modules Description</vt:lpstr>
      <vt:lpstr>System Workflow</vt:lpstr>
      <vt:lpstr>PowerPoint Presentation</vt:lpstr>
      <vt:lpstr>User interface</vt:lpstr>
      <vt:lpstr>PowerPoint Presentation</vt:lpstr>
      <vt:lpstr>Alumni interface</vt:lpstr>
      <vt:lpstr>PowerPoint Presentation</vt:lpstr>
      <vt:lpstr>PowerPoint Presentation</vt:lpstr>
      <vt:lpstr>PowerPoint Presentation</vt:lpstr>
      <vt:lpstr>Student interface</vt:lpstr>
      <vt:lpstr>PowerPoint Presentation</vt:lpstr>
      <vt:lpstr>PowerPoint Presentation</vt:lpstr>
      <vt:lpstr>Key Features</vt:lpstr>
      <vt:lpstr>Conclusion &amp; Future Scope</vt:lpstr>
      <vt:lpstr>Thank You</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CampusConnect Alumni–Student Placement Portal</dc:title>
  <dc:creator>Udit</dc:creator>
  <dc:description>generated using python-pptx</dc:description>
  <cp:lastModifiedBy>Udit</cp:lastModifiedBy>
  <cp:revision>13</cp:revision>
  <dcterms:created xsi:type="dcterms:W3CDTF">2013-01-27T09:14:16Z</dcterms:created>
  <dcterms:modified xsi:type="dcterms:W3CDTF">2025-12-06T14:15:07Z</dcterms:modified>
</cp:coreProperties>
</file>